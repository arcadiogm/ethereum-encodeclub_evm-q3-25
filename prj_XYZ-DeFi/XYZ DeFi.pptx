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170" d="100"/>
          <a:sy n="170" d="100"/>
        </p:scale>
        <p:origin x="-4560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284D6-C547-4B1B-8175-76570C653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2A0633-A3AE-4808-BA8D-40061318CE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7A064-7AD8-4231-B719-4B8ECEB9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AD22-5660-4C74-81B4-54377A145D50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DA5B9-DA79-4AF7-957F-4AB7CB5C6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A0666-62AF-4E71-A75F-0B0CBD8BE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B17D0-D57B-45E5-8867-EDB5265AE1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238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1AB13-03E7-448C-A924-EF1CD9CC0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900A4-9167-4762-BAFD-92ACE155C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45F2C-EB2F-4D39-A090-68C595CC7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AD22-5660-4C74-81B4-54377A145D50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B8BAE-6150-4F3C-AA9E-B86487E13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28EFF-57F1-4CF3-96D9-4CF21A1B3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B17D0-D57B-45E5-8867-EDB5265AE1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518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AB3E0-D0FA-4A28-A00B-F079D52D8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2033B-21D3-4F42-840E-9543C2777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AD024-6652-44F3-A73C-4ACDACEEE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AD22-5660-4C74-81B4-54377A145D50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0BAE5-18FF-41B2-A2A1-C8AAE3295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11F50-A202-4E43-8B04-6FC130216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B17D0-D57B-45E5-8867-EDB5265AE1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8049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4A207-5F99-48EE-90E2-118F30F9D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A6C9D-7E14-4E0D-8338-58892FAA25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87D6D4-1433-49F1-A7F5-406E39B1A7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10D6DF-09A7-41A2-8B02-2C204F33F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AD22-5660-4C74-81B4-54377A145D50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AA82A-0F86-4652-96EB-800CB6194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58428-4E28-43FB-B902-5AF9E4A33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B17D0-D57B-45E5-8867-EDB5265AE1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791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FD80-B5ED-4AF5-A1EA-9E526F54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DFC36-2F23-422B-8FE8-6F35B55AB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2A533B-E66F-4592-9172-49849244A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D7BCA-14CD-46F3-8E25-CA52F3DE18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C9C2D7-0223-4208-97F5-FBB8AA6FD9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02BA22-9AF9-433F-84F9-54DCC1A10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AD22-5660-4C74-81B4-54377A145D50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8865DA-94A0-4584-BD92-AB5007687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A72E76-8DF8-4776-A446-B724E762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B17D0-D57B-45E5-8867-EDB5265AE1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3113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08EDF-79BD-4E65-919F-844000347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CB2829-9F0E-4B60-9A32-321FC7581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AD22-5660-4C74-81B4-54377A145D50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2BD4C-419F-40F8-BFFA-134AD191B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DFF47-15FE-4BBE-900C-B812BC181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B17D0-D57B-45E5-8867-EDB5265AE1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0622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F6CFF8-F1C5-47E5-85D2-DE31F8942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AD22-5660-4C74-81B4-54377A145D50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F77177-669D-46D9-919B-3C2375FD3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5632A-6FC1-4900-A7E3-E23D05A6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B17D0-D57B-45E5-8867-EDB5265AE1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021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CEDB8-DBF9-4A2A-AFAF-EDD7374DF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BFEAB-97F3-4ED6-A43B-CC9EA7355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D5D93C-182B-4268-9062-A9A1A33BC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70FC2-97C4-4CD5-A45E-B7E4B6F52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AD22-5660-4C74-81B4-54377A145D50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D0D3B-56B0-40F5-B934-419C86B43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5D11D-E765-431C-9047-8D3A29FF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B17D0-D57B-45E5-8867-EDB5265AE1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27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D07DE-0643-448E-AB93-F4FFB194C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D65FE-17D8-46BB-A453-944905B1A2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17213C-D629-451A-A7D1-799B6535D0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51B06-5FD3-4030-A946-14433916E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AD22-5660-4C74-81B4-54377A145D50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F553C5-BD32-47FC-995C-CED71DAB1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9F9D9-1896-4C97-AABA-96456FC75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B17D0-D57B-45E5-8867-EDB5265AE1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517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D170B-C725-4B27-9472-80D66E1AF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F2589-B138-4E77-8AB0-C46820DBC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016B5-E2F6-4C57-9F26-3986D3F6D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AD22-5660-4C74-81B4-54377A145D50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76694-99EC-45FE-9A57-EA97C7593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DD8D1-2A50-4B83-9E25-B785ACA7C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B17D0-D57B-45E5-8867-EDB5265AE1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302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353CB8-810B-4971-A824-886E744A32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3ED483-0DFC-402F-A213-8ABEBCA20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5B6D2-5531-4545-8EB2-846EB94E9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AD22-5660-4C74-81B4-54377A145D50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548FF-3EE7-4F31-BDE0-42CE78D38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BEE3-5CCF-4942-8E33-0C9391BE2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B17D0-D57B-45E5-8867-EDB5265AE1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818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5CD214-DC66-4635-BE8A-AD38A9BB4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E1DF6-41D8-4AE2-B1EA-566455E8A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45260-71ED-4F25-980E-8781A3D71F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CAD22-5660-4C74-81B4-54377A145D50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66585-6AB9-461C-9DD3-293E44066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C90BB-F555-4790-9F5D-6F6E2041F0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B17D0-D57B-45E5-8867-EDB5265AE1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178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9D0FFE-D91A-4B3C-890F-816AD3D75ADA}"/>
              </a:ext>
            </a:extLst>
          </p:cNvPr>
          <p:cNvSpPr txBox="1"/>
          <p:nvPr/>
        </p:nvSpPr>
        <p:spPr>
          <a:xfrm>
            <a:off x="2266950" y="1353235"/>
            <a:ext cx="1019175" cy="369332"/>
          </a:xfrm>
          <a:prstGeom prst="rect">
            <a:avLst/>
          </a:prstGeom>
          <a:noFill/>
          <a:effectLst>
            <a:outerShdw blurRad="63500" dist="63500" dir="8100000" algn="tr" rotWithShape="0">
              <a:srgbClr val="7030A0">
                <a:alpha val="9900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es-ES" sz="1800" dirty="0">
                <a:effectLst/>
                <a:latin typeface="Asimov" panose="020B0000000000000000" pitchFamily="34" charset="0"/>
                <a:ea typeface="Times New Roman" panose="02020603050405020304" pitchFamily="18" charset="0"/>
              </a:rPr>
              <a:t>XYZ </a:t>
            </a:r>
            <a:r>
              <a:rPr lang="es-ES" sz="1800" dirty="0">
                <a:effectLst/>
                <a:latin typeface="Asimov" panose="020B0000000000000000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AC0298-8D97-454C-BF10-15DE754E4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599" y="772563"/>
            <a:ext cx="2581055" cy="6279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8E3AAC-AF14-4F72-AC51-553D21913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395" y="3115029"/>
            <a:ext cx="1213209" cy="6279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F8709F-7A87-45D0-8843-38703F362C2B}"/>
              </a:ext>
            </a:extLst>
          </p:cNvPr>
          <p:cNvSpPr txBox="1"/>
          <p:nvPr/>
        </p:nvSpPr>
        <p:spPr>
          <a:xfrm>
            <a:off x="2400300" y="2334310"/>
            <a:ext cx="1019175" cy="369332"/>
          </a:xfrm>
          <a:prstGeom prst="rect">
            <a:avLst/>
          </a:prstGeom>
          <a:noFill/>
          <a:effectLst>
            <a:outerShdw blurRad="63500" dist="63500" dir="8100000" algn="tr" rotWithShape="0">
              <a:srgbClr val="7030A0">
                <a:alpha val="9900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es-ES" sz="1800" dirty="0">
                <a:effectLst/>
                <a:latin typeface="Asimov" panose="020B0000000000000000" pitchFamily="34" charset="0"/>
                <a:ea typeface="Times New Roman" panose="02020603050405020304" pitchFamily="18" charset="0"/>
              </a:rPr>
              <a:t>XYZ </a:t>
            </a:r>
            <a:r>
              <a:rPr lang="es-ES" sz="1800" dirty="0">
                <a:effectLst/>
                <a:latin typeface="Asimov" panose="020B0000000000000000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6163AC-8552-46E8-A708-D54714E4A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3653" y="4158516"/>
            <a:ext cx="1219306" cy="62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350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Asimov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Arcadio GM</dc:creator>
  <cp:lastModifiedBy>Arcadio GM</cp:lastModifiedBy>
  <cp:revision>3</cp:revision>
  <dcterms:created xsi:type="dcterms:W3CDTF">2025-11-17T09:38:53Z</dcterms:created>
  <dcterms:modified xsi:type="dcterms:W3CDTF">2025-11-17T17:22:00Z</dcterms:modified>
</cp:coreProperties>
</file>